
<file path=[Content_Types].xml><?xml version="1.0" encoding="utf-8"?>
<Types xmlns="http://schemas.openxmlformats.org/package/2006/content-types">
  <Default Extension="fntdata" ContentType="application/x-fontdata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embeddedFontLst>
    <p:embeddedFont>
      <p:font typeface="Space Grotesk"/>
      <p:regular r:id="rId35"/>
      <p:bold r:id="rId36"/>
    </p:embeddedFont>
    <p:embeddedFont>
      <p:font typeface="DM Sans"/>
      <p:regular r:id="rId37"/>
      <p:bold r:id="rId3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Warm open. Thank them for their time. We'll show how JourneyAX turns 'I have an occasion' into a confident, completed purchase.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behavior has already changed. Brands that guide that conversation first will own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Drop-off happens exactly where intent is highest.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Forecasts differ on scale, but every major firm points the same direction — and it rewards early movers.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Everyone's adding 'a chatbot.' The value is orchestrating the whole journey to a completed sale.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best stylist, available around the clock; every product it shows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trust guarantee: creative in HOW it talks, never able to invent a product or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it reasons, the right side shows the outfit, the pieces and the price — the proof behind the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demo. If live can't run, the screenshots on the next slides are the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 it's a real 7-step reasoning pipeline in code — observable and governable. Go deeper only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clarifies first, then curates real products — not a wall of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look → bag → 15% member discount → completed order: conversion + AOV + loyalty in one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We'd start with the one that moves YOUR top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Denim is the highest-consideration purchase; returns are the biggest cost — these two hit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is one interchangeable part; the value is the orchestration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They're complementary: Copilot runs the business internally; JourneyAX is the customer-facing agent that sells.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Enterprise-grade and cloud-agnostic. For exact implementation detail, defer to the engineering/security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Calm, short answers; steer back to value and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owns behavior through the back office — changes go live on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levers, all measurable. We'd pick ONE to prove first in a pilot. Present ROI ranges as 'what brands see,' not promises.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simple, low-risk path: start with one brand and one journey, prove the numbers, then expand.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Indicative model for discussion — final numbers scoped to your volumes and systems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one journey, prove it, then expand — each step is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in 2–3 sentences, then bridge back to value and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confident. Ask the question, then stop. Propose one journey, one metric, a 4–6 week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286000"/>
            <a:ext cx="1463040" cy="762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D600"/>
                </a:solidFill>
                <a:latin typeface="DM Sans"/>
              </a:rPr>
              <a:t>AGENTIC COMMERCE · PRODUCT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pace Grotesk"/>
              </a:rPr>
              <a:t>JourneyAX for Abercrombie &amp; Fitch</a:t>
            </a:r>
          </a:p>
          <a:p>
            <a:pPr algn="l">
              <a:spcAft>
                <a:spcPts val="600"/>
              </a:spcAft>
            </a:pPr>
            <a:r>
              <a:rPr sz="2300" b="0">
                <a:solidFill>
                  <a:srgbClr val="FFFFFF"/>
                </a:solidFill>
                <a:latin typeface="DM Sans"/>
              </a:rPr>
              <a:t>Turn every customer goal into a completed sale.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D600"/>
                </a:solidFill>
                <a:latin typeface="DM Sans"/>
              </a:rPr>
              <a:t>A guided, personalized shopping journey — grounded in your real catalog.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WHY NOW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Shopping is shifting to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Buying is moving from clicking through pages to telling an assistant what you want.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68% of shoppers already used an AI tool while shopping last quarter (ICSC/McKinsey)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62% used AI to compare brands, prices or reviews (ICSC/McKinsey)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Early movers set the standard — before customers' own AI agents arrive.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THE PROBLEM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High-intent shoppers, left to do the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Shoppers arrive knowing the occasion — not the products.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~70% of carts abandoned; higher for 'what fits me' purchases (Baymard)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Decision fatigue: dozens of items, no confidence → they leave.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Knowledge trapped: fit, size charts, fabric care, styling aren't in the moment of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651760"/>
            <a:ext cx="1280160" cy="762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The gap isn't demand or catalog. It's the guidance between a customer's goal and a confident purchase.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D600"/>
                </a:solidFill>
                <a:latin typeface="DM Sans"/>
              </a:rPr>
              <a:t>A&amp;F has the demand and the catalog — what's missing is the stylist, in the moment, at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MARKET ANALYSIS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A shift big enough to reprice ecommerce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The debate has moved from 'whether' to 'how fast.'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McKinsey: $3–5T global by 2030   ·   Bain: $300–500B US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Morgan Stanley: $190–385B US   ·   Mordor (platforms): $218B by 2031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96% of enterprises are expanding AI-agent use; 83% call it essential to compete (2026 survey).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WHERE TODAY'S TOOLS STOP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Everyone adds a chatbot. Almost no one orchestrates the journey.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394960" cy="43434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0A0A"/>
                </a:solidFill>
                <a:latin typeface="Space Grotesk"/>
              </a:rPr>
              <a:t>A bolted-on chatbot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✕  Answers, then hands you back to the same catalog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✕  Can invent products, specs and prices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✕  Forgets the goal across the journey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✕  Can't take a real action (outfit, quote, order)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✕  No rules, no audit — a checkout 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783080"/>
            <a:ext cx="5394960" cy="43434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96596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600"/>
                </a:solidFill>
                <a:latin typeface="Space Grotesk"/>
              </a:rPr>
              <a:t>JourneyAX orchestration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✓  Carries the goal end-to-end to a sale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✓  Grounded in your real catalog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✓  Remembers context &amp; preferences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✓  Takes real actions: outfit, quote, order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✓  Governed, rule-bound and auditable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WHAT JOURNEYAX IS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An AI shopping advisor — a personal stylist, 24/7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Guides customers through a conversation to the right products — and to purchase.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Flexible conversation · Grounded in your catalog · Governed by your rules · Multi-tenant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Recommends real A&amp;F products — even complete outfits — then helps the customer buy.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THE PRINCIPLE THAT MAKES IT SAFE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Flexible conversation. Controlled facts &amp; actions.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The model owns the conversation. Your systems own products, prices, stock and rules.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Every product and price is real, from the catalog.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The AI never sets prices. Zero hallucination by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THE EXPERIENCE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40% conversation · 60% living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One synchronized screen: LEFT is the chat, RIGHT fills with what backs up the advice.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Journey: Discover → Clarify → Style → Bag → Checkout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Example: “Style me for a rooftop party” → questions → curated outfit → bag → member discount → order.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REAL PRODUCT, TODAY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Not slideware — it's built and working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A working A&amp;F ‘AI Stylist’ concept runs end-to-end today.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Customer chat + a brand control plane (back office) to configure it.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Next slides show the actual working journey (screenshots), then a live demo.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HOW IT WORKS (THE SIMPLE VERSION)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Five steps, every 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1. Understand the goal — occasion, style, budget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2. Retrieve matching products from the real catalog (by meaning, not keywords)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3. Remember the journey — never repeats, builds on context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4. Decide the next best step — ask · recommend · build outfit · quote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5. Respond with grounded recommendations + a synced visual canvas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SEE IT IN ACTION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The working A&amp;F journey (1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" y="2258568"/>
            <a:ext cx="3569208" cy="2251329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f_demo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3514344" cy="2196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73905"/>
            <a:ext cx="3514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DM Sans"/>
              </a:rPr>
              <a:t>1 · Conversational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9872" y="2258568"/>
            <a:ext cx="3569208" cy="2251329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nf_demo_qui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304" y="2286000"/>
            <a:ext cx="3514344" cy="21964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37304" y="4573905"/>
            <a:ext cx="3514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DM Sans"/>
              </a:rPr>
              <a:t>2 · Understands the need (style profile)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8536" y="2258568"/>
            <a:ext cx="3569208" cy="2251329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f_demo_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968" y="2286000"/>
            <a:ext cx="3514344" cy="219646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25968" y="4573905"/>
            <a:ext cx="35143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DM Sans"/>
              </a:rPr>
              <a:t>3 · Curated outfit from the real catalog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SEE IT IN ACTION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The working A&amp;F journey (2 of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" y="2258568"/>
            <a:ext cx="5463540" cy="343528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f_demo_b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86000"/>
            <a:ext cx="5408676" cy="3380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57862"/>
            <a:ext cx="54086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DM Sans"/>
              </a:rPr>
              <a:t>4 · Bag with member discount applied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204204" y="2258568"/>
            <a:ext cx="5463540" cy="3435286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nf_demo_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636" y="2286000"/>
            <a:ext cx="5408676" cy="33804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1636" y="5757862"/>
            <a:ext cx="540867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E6E6E"/>
                </a:solidFill>
                <a:latin typeface="DM Sans"/>
              </a:rPr>
              <a:t>5 · Completed order (ANF-256237)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A&amp;F USE CASES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One engine, many journeys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16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035040"/>
                <a:gridCol w="2862072"/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Value theme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Use cases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Moves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Sell more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AI Stylist, Complete-the-Look, Trip Packing, Denim Finder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Conversion, AOV, UPT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Lose less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Fit &amp; Size Advisor, Care &amp; Support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Return rate, support cost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Keep them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Member Concierge, Gift Concierge, NL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Retention, repeat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New revenue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A&amp;F “Luxe” made-to-order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New premium AOV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SPOTLIGHT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Two flagship journeys for A&amp;F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Denim Fit Finder (your signature): fit, rise, wash, length, “size up in the waist?” → the right jeans.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Converts the hardest, highest-consideration category.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Fit &amp; Size Advisor (the ROI story): body type + fit preference, grounded in your size charts.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Attacks the #1 apparel cost: returns.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“BUT ISN'T THIS JUST AGENTIC CHAT?”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Same building block. Different object of attention.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507992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Dimension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ChatGPT / Claude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JourneyAX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Grounds 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Chat history + web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Journey + catalog + rules +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Acts via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Text (+ some tools)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Governed commerce tools: outfit, quote, order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Governance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General safety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Business rules, compliance, audit per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Success =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A helpful answer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A journey completed / converted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Memory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The thread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Customer + journey, long-term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WHY NOT COPILOT / CLOUD AI?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Those help staff work. JourneyAX helps customers buy.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06240"/>
                <a:gridCol w="4233672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What matters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Copilot / cloud AI assistant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JourneyAX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Built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Employee productivity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Customer buying journeys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Knows your products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Only if you build &amp; maintain it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Yes — your live catalog &amp; prices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Completes the sale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No — it answers, you do the 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Yes — styles, quotes,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Your brand &amp; rules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Generic assistant voice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Your voice, pricing &amp; rules enforced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A0A0A"/>
                          </a:solidFill>
                          <a:latin typeface="DM Sans"/>
                        </a:rPr>
                        <a:t>Choice of AI 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Locked to that vendor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A0A0A"/>
                          </a:solidFill>
                          <a:latin typeface="DM Sans"/>
                        </a:rPr>
                        <a:t>Vendor-neutral — switch anytime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CLOUD, HOSTING &amp; SECURITY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Runs in the cloud you already trust — safely, at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Deploys on AWS, Azure, GCP or your private cloud — standard containers, zero-downtime releases.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Per-brand data isolation; single sign-on (SSO); personal data protected; auto-scales with demand.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Your data stays yours — never used to train anyone's model.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THE DOUBTS EVERY BUYER HAS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Six things you'll want to be sure 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167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51192"/>
              </a:tblGrid>
              <a:tr h="53557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Concern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Short answer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  <a:latin typeface="DM Sans"/>
                        </a:rPr>
                        <a:t>Is our data shared or used to train AI?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  <a:latin typeface="DM Sans"/>
                        </a:rPr>
                        <a:t>No. Your data stays yours, kept apart per brand, never used to train models.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  <a:latin typeface="DM Sans"/>
                        </a:rPr>
                        <a:t>Can we change the AI model later?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  <a:latin typeface="DM Sans"/>
                        </a:rPr>
                        <a:t>Yes, anytime — vendor-neutral, no rebuild, no lock-in.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  <a:latin typeface="DM Sans"/>
                        </a:rPr>
                        <a:t>Will it handle our busy periods?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  <a:latin typeface="DM Sans"/>
                        </a:rPr>
                        <a:t>Auto-scales for peaks and back down when quiet; pay for what you use.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  <a:latin typeface="DM Sans"/>
                        </a:rPr>
                        <a:t>Is it compliant &amp; auditable?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  <a:latin typeface="DM Sans"/>
                        </a:rPr>
                        <a:t>Rules are enforced and every action is logged for a full audit trail.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  <a:latin typeface="DM Sans"/>
                        </a:rPr>
                        <a:t>Can we change the business rules?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  <a:latin typeface="DM Sans"/>
                        </a:rPr>
                        <a:t>Yes — your team edits pricing &amp; rules and publishes. No developer needed.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A0A0A"/>
                          </a:solidFill>
                          <a:latin typeface="DM Sans"/>
                        </a:rPr>
                        <a:t>Will it fit our systems?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A0A0A"/>
                          </a:solidFill>
                          <a:latin typeface="DM Sans"/>
                        </a:rPr>
                        <a:t>Connects to commerce, catalog, CRM and orders via standard connectors.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YOU STAY IN CONTROL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Three things you control yourself — no code, no waiting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The AI model — choose or switch vendors anytime.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The business rules — edit, test, publish (pricing, discounts, compliance).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The journey — Discover → Style → Quote, configured not coded.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BUSINESS VALUE &amp; ROI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Four measurable levers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Conversion ↑ — guidance beats browsing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AOV / UPT ↑ — complete outfits, not single items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Returns ↓ — right fit, first time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Loyalty ↑ — member rewards + personalization in-flow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Illustrative industry ranges: +20–40% conversion on guided journeys; meaningful AOV lift from bundling.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GETTING STARTED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From ‘yes’ to live in about 4–6 weeks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Week 0 — Discover: pick the brand &amp; one journey; agree the goal &amp; success metric.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Week 1–2 — Configure: load catalog, knowledge, brand voice &amp; rules; connect systems.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Week 3–4 — Pilot: go live to a small audience; tune from real conversations.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Week 5–6 — Launch &amp; measure.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SCOPE &amp; INVESTMENT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Who does what — and what it 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394960" cy="43434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0A0A"/>
                </a:solidFill>
                <a:latin typeface="Space Grotesk"/>
              </a:rPr>
              <a:t>You bring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•  Your product catalog &amp; pricing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•  Brand guidelines &amp; tone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•  Key docs (specs, policies, FAQs)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6E6E6E"/>
                </a:solidFill>
                <a:latin typeface="DM Sans"/>
              </a:rPr>
              <a:t>•  A business owner + access to your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45352" y="1783080"/>
            <a:ext cx="5394960" cy="43434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1965960"/>
            <a:ext cx="49377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D600"/>
                </a:solidFill>
                <a:latin typeface="Space Grotesk"/>
              </a:rPr>
              <a:t>We bring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•  Pilot: fixed fee — one brand, one journey, 4–6 weeks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•  Platform: subscription that scales with usage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•  Expansion: per journey / brand — setup, not a rebuild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FFFFFF"/>
                </a:solidFill>
                <a:latin typeface="DM Sans"/>
              </a:rPr>
              <a:t>•  The engine, control plane &amp;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PRODUCT ROADMAP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Where the product is heading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8813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NOW · live: guided buying journeys (discover → style → quote → lead), configurable back office.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NEXT · 2–3 quarters: full checkout &amp; order end-to-end, plus WhatsApp, kiosk and CSR assist.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0A0A0A"/>
                </a:solidFill>
                <a:latin typeface="DM Sans"/>
              </a:rPr>
              <a:t>•  THEN: the brand's own agent, everywhere the customer is.</a:t>
            </a:r>
          </a:p>
          <a:p>
            <a:pPr algn="l" lvl="1">
              <a:spcAft>
                <a:spcPts val="500"/>
              </a:spcAft>
            </a:pPr>
            <a:r>
              <a:rPr sz="1500" b="0">
                <a:solidFill>
                  <a:srgbClr val="6E6E6E"/>
                </a:solidFill>
                <a:latin typeface="DM Sans"/>
              </a:rPr>
              <a:t>–  HORIZON: proactive, one-to-one styling at scale.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651760"/>
            <a:ext cx="1280160" cy="762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pace Grotesk"/>
              </a:rPr>
              <a:t>A customer goal → JourneyAX guides · grounds · governs · acts → a completed sale.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D600"/>
                </a:solidFill>
                <a:latin typeface="DM Sans"/>
              </a:rPr>
              <a:t>Flexible. Grounded. Governed. Yours.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A6D00"/>
                </a:solidFill>
                <a:latin typeface="DM Sans"/>
              </a:rPr>
              <a:t>QUESTIONS YOU'LL BE ASKED</a:t>
            </a:r>
          </a:p>
          <a:p>
            <a:pPr algn="l">
              <a:spcAft>
                <a:spcPts val="600"/>
              </a:spcAft>
            </a:pPr>
            <a:r>
              <a:rPr sz="2500" b="1">
                <a:solidFill>
                  <a:srgbClr val="0A0A0A"/>
                </a:solidFill>
                <a:latin typeface="Space Grotesk"/>
              </a:rPr>
              <a:t>Straight answers, in plain business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481328"/>
            <a:ext cx="1371600" cy="635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525512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Question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pace Grotesk"/>
                        </a:rPr>
                        <a:t>Answer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0A0A"/>
                          </a:solidFill>
                          <a:latin typeface="DM Sans"/>
                        </a:rPr>
                        <a:t>“Isn't this just ChatGPT on our site?”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A0A0A"/>
                          </a:solidFill>
                          <a:latin typeface="DM Sans"/>
                        </a:rPr>
                        <a:t>The LLM is one part; the value is orchestration, grounding, governed actions and memory.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0A0A"/>
                          </a:solidFill>
                          <a:latin typeface="DM Sans"/>
                        </a:rPr>
                        <a:t>“Will it invent products/prices?”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A0A0A"/>
                          </a:solidFill>
                          <a:latin typeface="DM Sans"/>
                        </a:rPr>
                        <a:t>It can't — everything comes from your systems; the AI explains, never invents.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0A0A"/>
                          </a:solidFill>
                          <a:latin typeface="DM Sans"/>
                        </a:rPr>
                        <a:t>“How is it hosted &amp; secure?”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A0A0A"/>
                          </a:solidFill>
                          <a:latin typeface="DM Sans"/>
                        </a:rPr>
                        <a:t>Your cloud (AWS/Azure/GCP); per-brand isolation, SSO, full audit trail.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0A0A"/>
                          </a:solidFill>
                          <a:latin typeface="DM Sans"/>
                        </a:rPr>
                        <a:t>“Will it fit our systems?”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A0A0A"/>
                          </a:solidFill>
                          <a:latin typeface="DM Sans"/>
                        </a:rPr>
                        <a:t>Yes — standard connectors to commerce, catalog, CRM and orders.</a:t>
                      </a:r>
                    </a:p>
                  </a:txBody>
                  <a:tcPr>
                    <a:solidFill>
                      <a:srgbClr val="F4F4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A0A0A"/>
                          </a:solidFill>
                          <a:latin typeface="DM Sans"/>
                        </a:rPr>
                        <a:t>“How fast to launch?”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0A0A0A"/>
                          </a:solidFill>
                          <a:latin typeface="DM Sans"/>
                        </a:rPr>
                        <a:t>Weeks, not months — a new brand is setup, not a rebuild.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463040" cy="76200"/>
          </a:xfrm>
          <a:prstGeom prst="rect">
            <a:avLst/>
          </a:prstGeom>
          <a:solidFill>
            <a:srgbClr val="FFD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300" b="1">
                <a:solidFill>
                  <a:srgbClr val="FFFFFF"/>
                </a:solidFill>
                <a:latin typeface="Space Grotesk"/>
              </a:rPr>
              <a:t>The interface of commerce is changing.</a:t>
            </a:r>
          </a:p>
          <a:p>
            <a:pPr algn="l">
              <a:spcAft>
                <a:spcPts val="600"/>
              </a:spcAft>
            </a:pPr>
            <a:r>
              <a:rPr sz="3300" b="1">
                <a:solidFill>
                  <a:srgbClr val="FFD600"/>
                </a:solidFill>
                <a:latin typeface="Space Grotesk"/>
              </a:rPr>
              <a:t>Let's own the journey —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8463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DM Sans"/>
              </a:rPr>
              <a:t>Next step: pick one pilot journey for A&amp;F.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D600"/>
                </a:solidFill>
                <a:latin typeface="DM Sans"/>
              </a:rPr>
              <a:t>Where's the biggest impact first — conversion, AOV, returns, or loyalty?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